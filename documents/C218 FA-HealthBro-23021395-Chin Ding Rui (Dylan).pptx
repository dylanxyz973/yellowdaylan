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8" r:id="rId2"/>
    <p:sldId id="258" r:id="rId3"/>
    <p:sldId id="259" r:id="rId4"/>
    <p:sldId id="276" r:id="rId5"/>
    <p:sldId id="269" r:id="rId6"/>
    <p:sldId id="278" r:id="rId7"/>
    <p:sldId id="280" r:id="rId8"/>
    <p:sldId id="270" r:id="rId9"/>
    <p:sldId id="271" r:id="rId10"/>
    <p:sldId id="283" r:id="rId11"/>
    <p:sldId id="284" r:id="rId12"/>
    <p:sldId id="273" r:id="rId13"/>
    <p:sldId id="285" r:id="rId14"/>
    <p:sldId id="286" r:id="rId15"/>
    <p:sldId id="272" r:id="rId16"/>
    <p:sldId id="262" r:id="rId17"/>
    <p:sldId id="277" r:id="rId18"/>
    <p:sldId id="275" r:id="rId19"/>
    <p:sldId id="265" r:id="rId20"/>
    <p:sldId id="266" r:id="rId21"/>
    <p:sldId id="267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373C"/>
    <a:srgbClr val="5A4DDB"/>
    <a:srgbClr val="FF5A5F"/>
    <a:srgbClr val="F2F2F7"/>
    <a:srgbClr val="6C5CE7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12C924-F2A5-4735-ADCC-F5E69782AE72}" v="12" dt="2026-02-01T16:04:38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51" autoAdjust="0"/>
  </p:normalViewPr>
  <p:slideViewPr>
    <p:cSldViewPr snapToGrid="0">
      <p:cViewPr>
        <p:scale>
          <a:sx n="81" d="100"/>
          <a:sy n="81" d="100"/>
        </p:scale>
        <p:origin x="486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 DING RUI" userId="9612de2b-677b-4fea-893a-6150cd3f5e90" providerId="ADAL" clId="{43D6B852-4D18-40B0-BD8A-9891552A7A81}"/>
    <pc:docChg chg="undo redo custSel addSld delSld modSld sldOrd modMainMaster">
      <pc:chgData name="CHIN DING RUI" userId="9612de2b-677b-4fea-893a-6150cd3f5e90" providerId="ADAL" clId="{43D6B852-4D18-40B0-BD8A-9891552A7A81}" dt="2026-02-01T16:05:13.026" v="16344" actId="47"/>
      <pc:docMkLst>
        <pc:docMk/>
      </pc:docMkLst>
      <pc:sldChg chg="addSp modSp del mod ord">
        <pc:chgData name="CHIN DING RUI" userId="9612de2b-677b-4fea-893a-6150cd3f5e90" providerId="ADAL" clId="{43D6B852-4D18-40B0-BD8A-9891552A7A81}" dt="2026-02-01T16:05:13.026" v="16344" actId="47"/>
        <pc:sldMkLst>
          <pc:docMk/>
          <pc:sldMk cId="938028212" sldId="257"/>
        </pc:sldMkLst>
        <pc:spChg chg="mod">
          <ac:chgData name="CHIN DING RUI" userId="9612de2b-677b-4fea-893a-6150cd3f5e90" providerId="ADAL" clId="{43D6B852-4D18-40B0-BD8A-9891552A7A81}" dt="2026-01-07T01:38:02.198" v="16112" actId="207"/>
          <ac:spMkLst>
            <pc:docMk/>
            <pc:sldMk cId="938028212" sldId="257"/>
            <ac:spMk id="2" creationId="{0E00918A-5C49-D40B-07B3-D72DEEE48EC9}"/>
          </ac:spMkLst>
        </pc:spChg>
      </pc:sldChg>
      <pc:sldChg chg="modSp mod">
        <pc:chgData name="CHIN DING RUI" userId="9612de2b-677b-4fea-893a-6150cd3f5e90" providerId="ADAL" clId="{43D6B852-4D18-40B0-BD8A-9891552A7A81}" dt="2026-01-07T01:07:42.914" v="15846" actId="207"/>
        <pc:sldMkLst>
          <pc:docMk/>
          <pc:sldMk cId="3656242600" sldId="258"/>
        </pc:sldMkLst>
        <pc:spChg chg="mod">
          <ac:chgData name="CHIN DING RUI" userId="9612de2b-677b-4fea-893a-6150cd3f5e90" providerId="ADAL" clId="{43D6B852-4D18-40B0-BD8A-9891552A7A81}" dt="2026-01-07T01:07:42.914" v="15846" actId="207"/>
          <ac:spMkLst>
            <pc:docMk/>
            <pc:sldMk cId="3656242600" sldId="258"/>
            <ac:spMk id="2" creationId="{E00F1EDB-0A6E-0635-3CF0-FD565D8E1E25}"/>
          </ac:spMkLst>
        </pc:spChg>
        <pc:spChg chg="mod">
          <ac:chgData name="CHIN DING RUI" userId="9612de2b-677b-4fea-893a-6150cd3f5e90" providerId="ADAL" clId="{43D6B852-4D18-40B0-BD8A-9891552A7A81}" dt="2026-01-03T07:11:07.368" v="15006" actId="20577"/>
          <ac:spMkLst>
            <pc:docMk/>
            <pc:sldMk cId="3656242600" sldId="258"/>
            <ac:spMk id="3" creationId="{A3E2C2CB-7373-7387-5158-4B6BAC3F5894}"/>
          </ac:spMkLst>
        </pc:spChg>
      </pc:sldChg>
      <pc:sldChg chg="addSp modSp mod">
        <pc:chgData name="CHIN DING RUI" userId="9612de2b-677b-4fea-893a-6150cd3f5e90" providerId="ADAL" clId="{43D6B852-4D18-40B0-BD8A-9891552A7A81}" dt="2026-01-07T01:07:46.045" v="15847" actId="207"/>
        <pc:sldMkLst>
          <pc:docMk/>
          <pc:sldMk cId="3451311410" sldId="259"/>
        </pc:sldMkLst>
        <pc:spChg chg="mod">
          <ac:chgData name="CHIN DING RUI" userId="9612de2b-677b-4fea-893a-6150cd3f5e90" providerId="ADAL" clId="{43D6B852-4D18-40B0-BD8A-9891552A7A81}" dt="2026-01-07T01:07:46.045" v="15847" actId="207"/>
          <ac:spMkLst>
            <pc:docMk/>
            <pc:sldMk cId="3451311410" sldId="259"/>
            <ac:spMk id="2" creationId="{D18B4C4F-C809-5519-5575-9EAA65E4A598}"/>
          </ac:spMkLst>
        </pc:spChg>
      </pc:sldChg>
      <pc:sldChg chg="addSp delSp modSp mod">
        <pc:chgData name="CHIN DING RUI" userId="9612de2b-677b-4fea-893a-6150cd3f5e90" providerId="ADAL" clId="{43D6B852-4D18-40B0-BD8A-9891552A7A81}" dt="2026-01-07T01:37:14.859" v="16105" actId="207"/>
        <pc:sldMkLst>
          <pc:docMk/>
          <pc:sldMk cId="712544429" sldId="262"/>
        </pc:sldMkLst>
        <pc:spChg chg="mod">
          <ac:chgData name="CHIN DING RUI" userId="9612de2b-677b-4fea-893a-6150cd3f5e90" providerId="ADAL" clId="{43D6B852-4D18-40B0-BD8A-9891552A7A81}" dt="2026-01-07T01:37:14.859" v="16105" actId="207"/>
          <ac:spMkLst>
            <pc:docMk/>
            <pc:sldMk cId="712544429" sldId="262"/>
            <ac:spMk id="2" creationId="{754BF4CE-CCF3-378F-B622-EE3404E5250A}"/>
          </ac:spMkLst>
        </pc:spChg>
      </pc:sldChg>
      <pc:sldChg chg="modSp mod">
        <pc:chgData name="CHIN DING RUI" userId="9612de2b-677b-4fea-893a-6150cd3f5e90" providerId="ADAL" clId="{43D6B852-4D18-40B0-BD8A-9891552A7A81}" dt="2026-01-07T01:37:54.720" v="16110" actId="207"/>
        <pc:sldMkLst>
          <pc:docMk/>
          <pc:sldMk cId="256012915" sldId="265"/>
        </pc:sldMkLst>
        <pc:spChg chg="mod">
          <ac:chgData name="CHIN DING RUI" userId="9612de2b-677b-4fea-893a-6150cd3f5e90" providerId="ADAL" clId="{43D6B852-4D18-40B0-BD8A-9891552A7A81}" dt="2026-01-07T01:37:54.720" v="16110" actId="207"/>
          <ac:spMkLst>
            <pc:docMk/>
            <pc:sldMk cId="256012915" sldId="265"/>
            <ac:spMk id="2" creationId="{F1024531-EC1F-B368-E218-1705CD08EC83}"/>
          </ac:spMkLst>
        </pc:spChg>
      </pc:sldChg>
      <pc:sldChg chg="modSp mod">
        <pc:chgData name="CHIN DING RUI" userId="9612de2b-677b-4fea-893a-6150cd3f5e90" providerId="ADAL" clId="{43D6B852-4D18-40B0-BD8A-9891552A7A81}" dt="2026-01-07T01:37:42.880" v="16107" actId="207"/>
        <pc:sldMkLst>
          <pc:docMk/>
          <pc:sldMk cId="3693667970" sldId="266"/>
        </pc:sldMkLst>
        <pc:spChg chg="mod">
          <ac:chgData name="CHIN DING RUI" userId="9612de2b-677b-4fea-893a-6150cd3f5e90" providerId="ADAL" clId="{43D6B852-4D18-40B0-BD8A-9891552A7A81}" dt="2026-01-07T01:37:42.880" v="16107" actId="207"/>
          <ac:spMkLst>
            <pc:docMk/>
            <pc:sldMk cId="3693667970" sldId="266"/>
            <ac:spMk id="2" creationId="{EB929DCF-A688-3818-500C-112B3E0EB546}"/>
          </ac:spMkLst>
        </pc:spChg>
      </pc:sldChg>
      <pc:sldChg chg="modSp mod">
        <pc:chgData name="CHIN DING RUI" userId="9612de2b-677b-4fea-893a-6150cd3f5e90" providerId="ADAL" clId="{43D6B852-4D18-40B0-BD8A-9891552A7A81}" dt="2026-01-07T01:37:36.776" v="16106" actId="207"/>
        <pc:sldMkLst>
          <pc:docMk/>
          <pc:sldMk cId="3989505569" sldId="267"/>
        </pc:sldMkLst>
        <pc:spChg chg="mod">
          <ac:chgData name="CHIN DING RUI" userId="9612de2b-677b-4fea-893a-6150cd3f5e90" providerId="ADAL" clId="{43D6B852-4D18-40B0-BD8A-9891552A7A81}" dt="2026-01-07T01:37:36.776" v="16106" actId="207"/>
          <ac:spMkLst>
            <pc:docMk/>
            <pc:sldMk cId="3989505569" sldId="267"/>
            <ac:spMk id="2" creationId="{9C4EFAF5-3232-9FDE-D5E8-57B74AFD73BA}"/>
          </ac:spMkLst>
        </pc:spChg>
      </pc:sldChg>
      <pc:sldChg chg="addSp delSp modSp mod">
        <pc:chgData name="CHIN DING RUI" userId="9612de2b-677b-4fea-893a-6150cd3f5e90" providerId="ADAL" clId="{43D6B852-4D18-40B0-BD8A-9891552A7A81}" dt="2026-01-07T01:14:01.567" v="15865" actId="207"/>
        <pc:sldMkLst>
          <pc:docMk/>
          <pc:sldMk cId="450711448" sldId="268"/>
        </pc:sldMkLst>
        <pc:spChg chg="mod">
          <ac:chgData name="CHIN DING RUI" userId="9612de2b-677b-4fea-893a-6150cd3f5e90" providerId="ADAL" clId="{43D6B852-4D18-40B0-BD8A-9891552A7A81}" dt="2026-01-07T01:14:01.567" v="15865" actId="207"/>
          <ac:spMkLst>
            <pc:docMk/>
            <pc:sldMk cId="450711448" sldId="268"/>
            <ac:spMk id="2" creationId="{DD3ED48E-0D13-EA98-722A-09DBA825F01C}"/>
          </ac:spMkLst>
        </pc:spChg>
        <pc:spChg chg="add mod">
          <ac:chgData name="CHIN DING RUI" userId="9612de2b-677b-4fea-893a-6150cd3f5e90" providerId="ADAL" clId="{43D6B852-4D18-40B0-BD8A-9891552A7A81}" dt="2026-01-07T01:07:34.457" v="15845" actId="207"/>
          <ac:spMkLst>
            <pc:docMk/>
            <pc:sldMk cId="450711448" sldId="268"/>
            <ac:spMk id="5" creationId="{66448A0D-28EE-AD10-0353-0CD302A49E72}"/>
          </ac:spMkLst>
        </pc:spChg>
      </pc:sldChg>
      <pc:sldChg chg="addSp delSp modSp add mod ord">
        <pc:chgData name="CHIN DING RUI" userId="9612de2b-677b-4fea-893a-6150cd3f5e90" providerId="ADAL" clId="{43D6B852-4D18-40B0-BD8A-9891552A7A81}" dt="2026-01-07T01:07:55.460" v="15849" actId="207"/>
        <pc:sldMkLst>
          <pc:docMk/>
          <pc:sldMk cId="2187763898" sldId="269"/>
        </pc:sldMkLst>
        <pc:spChg chg="mod">
          <ac:chgData name="CHIN DING RUI" userId="9612de2b-677b-4fea-893a-6150cd3f5e90" providerId="ADAL" clId="{43D6B852-4D18-40B0-BD8A-9891552A7A81}" dt="2026-01-07T01:07:55.460" v="15849" actId="207"/>
          <ac:spMkLst>
            <pc:docMk/>
            <pc:sldMk cId="2187763898" sldId="269"/>
            <ac:spMk id="2" creationId="{B614496D-E76B-E899-2355-E8AB5D80560D}"/>
          </ac:spMkLst>
        </pc:spChg>
      </pc:sldChg>
      <pc:sldChg chg="modSp add mod ord setBg">
        <pc:chgData name="CHIN DING RUI" userId="9612de2b-677b-4fea-893a-6150cd3f5e90" providerId="ADAL" clId="{43D6B852-4D18-40B0-BD8A-9891552A7A81}" dt="2026-01-07T01:08:18.346" v="15854" actId="207"/>
        <pc:sldMkLst>
          <pc:docMk/>
          <pc:sldMk cId="110692958" sldId="270"/>
        </pc:sldMkLst>
        <pc:spChg chg="mod">
          <ac:chgData name="CHIN DING RUI" userId="9612de2b-677b-4fea-893a-6150cd3f5e90" providerId="ADAL" clId="{43D6B852-4D18-40B0-BD8A-9891552A7A81}" dt="2026-01-07T01:08:18.346" v="15854" actId="207"/>
          <ac:spMkLst>
            <pc:docMk/>
            <pc:sldMk cId="110692958" sldId="270"/>
            <ac:spMk id="2" creationId="{7CC55A77-88DC-F98B-FB70-A46E5F0225B3}"/>
          </ac:spMkLst>
        </pc:spChg>
      </pc:sldChg>
      <pc:sldChg chg="addSp delSp modSp add mod setBg">
        <pc:chgData name="CHIN DING RUI" userId="9612de2b-677b-4fea-893a-6150cd3f5e90" providerId="ADAL" clId="{43D6B852-4D18-40B0-BD8A-9891552A7A81}" dt="2026-01-07T01:08:22.935" v="15855" actId="207"/>
        <pc:sldMkLst>
          <pc:docMk/>
          <pc:sldMk cId="2834064280" sldId="271"/>
        </pc:sldMkLst>
        <pc:spChg chg="mod">
          <ac:chgData name="CHIN DING RUI" userId="9612de2b-677b-4fea-893a-6150cd3f5e90" providerId="ADAL" clId="{43D6B852-4D18-40B0-BD8A-9891552A7A81}" dt="2026-01-07T01:08:22.935" v="15855" actId="207"/>
          <ac:spMkLst>
            <pc:docMk/>
            <pc:sldMk cId="2834064280" sldId="271"/>
            <ac:spMk id="2" creationId="{EE162FFA-7FB3-9F49-3248-9A0D4A996D30}"/>
          </ac:spMkLst>
        </pc:spChg>
      </pc:sldChg>
      <pc:sldChg chg="addSp delSp modSp add mod ord setBg">
        <pc:chgData name="CHIN DING RUI" userId="9612de2b-677b-4fea-893a-6150cd3f5e90" providerId="ADAL" clId="{43D6B852-4D18-40B0-BD8A-9891552A7A81}" dt="2026-01-07T01:22:41.517" v="15897" actId="2711"/>
        <pc:sldMkLst>
          <pc:docMk/>
          <pc:sldMk cId="523127392" sldId="272"/>
        </pc:sldMkLst>
        <pc:spChg chg="mod">
          <ac:chgData name="CHIN DING RUI" userId="9612de2b-677b-4fea-893a-6150cd3f5e90" providerId="ADAL" clId="{43D6B852-4D18-40B0-BD8A-9891552A7A81}" dt="2026-01-07T01:22:41.517" v="15897" actId="2711"/>
          <ac:spMkLst>
            <pc:docMk/>
            <pc:sldMk cId="523127392" sldId="272"/>
            <ac:spMk id="2" creationId="{FED8EF9D-DCE9-28F3-EEF8-764DF0AA5CFE}"/>
          </ac:spMkLst>
        </pc:spChg>
      </pc:sldChg>
      <pc:sldChg chg="addSp modSp add mod">
        <pc:chgData name="CHIN DING RUI" userId="9612de2b-677b-4fea-893a-6150cd3f5e90" providerId="ADAL" clId="{43D6B852-4D18-40B0-BD8A-9891552A7A81}" dt="2026-01-07T01:34:41.985" v="16049" actId="572"/>
        <pc:sldMkLst>
          <pc:docMk/>
          <pc:sldMk cId="466901441" sldId="273"/>
        </pc:sldMkLst>
        <pc:spChg chg="mod">
          <ac:chgData name="CHIN DING RUI" userId="9612de2b-677b-4fea-893a-6150cd3f5e90" providerId="ADAL" clId="{43D6B852-4D18-40B0-BD8A-9891552A7A81}" dt="2026-01-07T01:08:39.025" v="15858" actId="207"/>
          <ac:spMkLst>
            <pc:docMk/>
            <pc:sldMk cId="466901441" sldId="273"/>
            <ac:spMk id="2" creationId="{D3395722-28D5-C4F3-B3DC-C2B1B1F67B31}"/>
          </ac:spMkLst>
        </pc:spChg>
        <pc:graphicFrameChg chg="add mod modGraphic">
          <ac:chgData name="CHIN DING RUI" userId="9612de2b-677b-4fea-893a-6150cd3f5e90" providerId="ADAL" clId="{43D6B852-4D18-40B0-BD8A-9891552A7A81}" dt="2026-01-07T01:34:41.985" v="16049" actId="572"/>
          <ac:graphicFrameMkLst>
            <pc:docMk/>
            <pc:sldMk cId="466901441" sldId="273"/>
            <ac:graphicFrameMk id="4" creationId="{5BCC78F4-8BE0-96EF-EE35-83EAD5A6F87D}"/>
          </ac:graphicFrameMkLst>
        </pc:graphicFrameChg>
        <pc:picChg chg="add mod">
          <ac:chgData name="CHIN DING RUI" userId="9612de2b-677b-4fea-893a-6150cd3f5e90" providerId="ADAL" clId="{43D6B852-4D18-40B0-BD8A-9891552A7A81}" dt="2026-01-03T14:31:19.530" v="15390" actId="1076"/>
          <ac:picMkLst>
            <pc:docMk/>
            <pc:sldMk cId="466901441" sldId="273"/>
            <ac:picMk id="8" creationId="{3C033C67-2D4B-93EF-9707-1F11840D2210}"/>
          </ac:picMkLst>
        </pc:picChg>
        <pc:cxnChg chg="add mod">
          <ac:chgData name="CHIN DING RUI" userId="9612de2b-677b-4fea-893a-6150cd3f5e90" providerId="ADAL" clId="{43D6B852-4D18-40B0-BD8A-9891552A7A81}" dt="2026-01-03T05:40:24.701" v="14062" actId="1076"/>
          <ac:cxnSpMkLst>
            <pc:docMk/>
            <pc:sldMk cId="466901441" sldId="273"/>
            <ac:cxnSpMk id="5" creationId="{63B73C29-7622-8BF4-F3EA-512836358BED}"/>
          </ac:cxnSpMkLst>
        </pc:cxnChg>
        <pc:cxnChg chg="add mod">
          <ac:chgData name="CHIN DING RUI" userId="9612de2b-677b-4fea-893a-6150cd3f5e90" providerId="ADAL" clId="{43D6B852-4D18-40B0-BD8A-9891552A7A81}" dt="2026-01-03T05:40:27.569" v="14063" actId="1076"/>
          <ac:cxnSpMkLst>
            <pc:docMk/>
            <pc:sldMk cId="466901441" sldId="273"/>
            <ac:cxnSpMk id="6" creationId="{7C7A1FB2-51A5-DBD9-51DE-C25FB36293C8}"/>
          </ac:cxnSpMkLst>
        </pc:cxnChg>
        <pc:cxnChg chg="add mod">
          <ac:chgData name="CHIN DING RUI" userId="9612de2b-677b-4fea-893a-6150cd3f5e90" providerId="ADAL" clId="{43D6B852-4D18-40B0-BD8A-9891552A7A81}" dt="2026-01-03T05:40:30.796" v="14064" actId="1076"/>
          <ac:cxnSpMkLst>
            <pc:docMk/>
            <pc:sldMk cId="466901441" sldId="273"/>
            <ac:cxnSpMk id="7" creationId="{EC69E758-3300-79FD-0849-EFB8585019AB}"/>
          </ac:cxnSpMkLst>
        </pc:cxnChg>
      </pc:sldChg>
      <pc:sldChg chg="addSp delSp modSp add mod">
        <pc:chgData name="CHIN DING RUI" userId="9612de2b-677b-4fea-893a-6150cd3f5e90" providerId="ADAL" clId="{43D6B852-4D18-40B0-BD8A-9891552A7A81}" dt="2026-02-01T16:05:07.866" v="16343" actId="1076"/>
        <pc:sldMkLst>
          <pc:docMk/>
          <pc:sldMk cId="3392491623" sldId="275"/>
        </pc:sldMkLst>
        <pc:spChg chg="mod">
          <ac:chgData name="CHIN DING RUI" userId="9612de2b-677b-4fea-893a-6150cd3f5e90" providerId="ADAL" clId="{43D6B852-4D18-40B0-BD8A-9891552A7A81}" dt="2026-01-07T01:37:58.937" v="16111" actId="207"/>
          <ac:spMkLst>
            <pc:docMk/>
            <pc:sldMk cId="3392491623" sldId="275"/>
            <ac:spMk id="2" creationId="{3D48CEDA-7221-57DB-8268-3F6C39AAFD29}"/>
          </ac:spMkLst>
        </pc:spChg>
        <pc:spChg chg="mod">
          <ac:chgData name="CHIN DING RUI" userId="9612de2b-677b-4fea-893a-6150cd3f5e90" providerId="ADAL" clId="{43D6B852-4D18-40B0-BD8A-9891552A7A81}" dt="2026-02-01T16:04:38.231" v="16341"/>
          <ac:spMkLst>
            <pc:docMk/>
            <pc:sldMk cId="3392491623" sldId="275"/>
            <ac:spMk id="3" creationId="{0FF2F97C-095D-5C93-390B-8E3BAF45D8B7}"/>
          </ac:spMkLst>
        </pc:spChg>
        <pc:spChg chg="add del mod">
          <ac:chgData name="CHIN DING RUI" userId="9612de2b-677b-4fea-893a-6150cd3f5e90" providerId="ADAL" clId="{43D6B852-4D18-40B0-BD8A-9891552A7A81}" dt="2026-02-01T16:03:39.979" v="16331" actId="478"/>
          <ac:spMkLst>
            <pc:docMk/>
            <pc:sldMk cId="3392491623" sldId="275"/>
            <ac:spMk id="4" creationId="{E739E9FA-DD04-7A7C-3BAC-627BCDF26EEA}"/>
          </ac:spMkLst>
        </pc:spChg>
        <pc:spChg chg="add mod">
          <ac:chgData name="CHIN DING RUI" userId="9612de2b-677b-4fea-893a-6150cd3f5e90" providerId="ADAL" clId="{43D6B852-4D18-40B0-BD8A-9891552A7A81}" dt="2026-02-01T16:05:07.866" v="16343" actId="1076"/>
          <ac:spMkLst>
            <pc:docMk/>
            <pc:sldMk cId="3392491623" sldId="275"/>
            <ac:spMk id="6" creationId="{5A197830-121C-1CCB-949C-5DCD2762FE5E}"/>
          </ac:spMkLst>
        </pc:spChg>
      </pc:sldChg>
      <pc:sldChg chg="addSp delSp modSp add mod ord">
        <pc:chgData name="CHIN DING RUI" userId="9612de2b-677b-4fea-893a-6150cd3f5e90" providerId="ADAL" clId="{43D6B852-4D18-40B0-BD8A-9891552A7A81}" dt="2026-01-07T01:07:49.888" v="15848" actId="207"/>
        <pc:sldMkLst>
          <pc:docMk/>
          <pc:sldMk cId="275198218" sldId="276"/>
        </pc:sldMkLst>
        <pc:spChg chg="mod">
          <ac:chgData name="CHIN DING RUI" userId="9612de2b-677b-4fea-893a-6150cd3f5e90" providerId="ADAL" clId="{43D6B852-4D18-40B0-BD8A-9891552A7A81}" dt="2026-01-07T01:07:49.888" v="15848" actId="207"/>
          <ac:spMkLst>
            <pc:docMk/>
            <pc:sldMk cId="275198218" sldId="276"/>
            <ac:spMk id="2" creationId="{2FA3AC18-CBF7-B444-B325-E1D58892A8AB}"/>
          </ac:spMkLst>
        </pc:spChg>
      </pc:sldChg>
      <pc:sldChg chg="modSp add mod">
        <pc:chgData name="CHIN DING RUI" userId="9612de2b-677b-4fea-893a-6150cd3f5e90" providerId="ADAL" clId="{43D6B852-4D18-40B0-BD8A-9891552A7A81}" dt="2026-01-07T01:38:06.171" v="16113" actId="207"/>
        <pc:sldMkLst>
          <pc:docMk/>
          <pc:sldMk cId="48389942" sldId="277"/>
        </pc:sldMkLst>
        <pc:spChg chg="mod">
          <ac:chgData name="CHIN DING RUI" userId="9612de2b-677b-4fea-893a-6150cd3f5e90" providerId="ADAL" clId="{43D6B852-4D18-40B0-BD8A-9891552A7A81}" dt="2026-01-07T01:38:06.171" v="16113" actId="207"/>
          <ac:spMkLst>
            <pc:docMk/>
            <pc:sldMk cId="48389942" sldId="277"/>
            <ac:spMk id="2" creationId="{B6CD194C-4F08-4FA6-A7AB-96E70C514DB7}"/>
          </ac:spMkLst>
        </pc:spChg>
      </pc:sldChg>
      <pc:sldChg chg="modSp add mod">
        <pc:chgData name="CHIN DING RUI" userId="9612de2b-677b-4fea-893a-6150cd3f5e90" providerId="ADAL" clId="{43D6B852-4D18-40B0-BD8A-9891552A7A81}" dt="2026-01-07T01:08:10.251" v="15851" actId="207"/>
        <pc:sldMkLst>
          <pc:docMk/>
          <pc:sldMk cId="298969571" sldId="278"/>
        </pc:sldMkLst>
        <pc:spChg chg="mod">
          <ac:chgData name="CHIN DING RUI" userId="9612de2b-677b-4fea-893a-6150cd3f5e90" providerId="ADAL" clId="{43D6B852-4D18-40B0-BD8A-9891552A7A81}" dt="2026-01-07T01:08:10.251" v="15851" actId="207"/>
          <ac:spMkLst>
            <pc:docMk/>
            <pc:sldMk cId="298969571" sldId="278"/>
            <ac:spMk id="2" creationId="{58F995EB-1BD1-AB40-A3FB-3548BB6F0272}"/>
          </ac:spMkLst>
        </pc:spChg>
      </pc:sldChg>
      <pc:sldChg chg="delSp modSp add mod">
        <pc:chgData name="CHIN DING RUI" userId="9612de2b-677b-4fea-893a-6150cd3f5e90" providerId="ADAL" clId="{43D6B852-4D18-40B0-BD8A-9891552A7A81}" dt="2026-01-07T01:37:49.418" v="16109" actId="207"/>
        <pc:sldMkLst>
          <pc:docMk/>
          <pc:sldMk cId="1331959788" sldId="279"/>
        </pc:sldMkLst>
        <pc:spChg chg="mod">
          <ac:chgData name="CHIN DING RUI" userId="9612de2b-677b-4fea-893a-6150cd3f5e90" providerId="ADAL" clId="{43D6B852-4D18-40B0-BD8A-9891552A7A81}" dt="2026-01-07T01:37:49.418" v="16109" actId="207"/>
          <ac:spMkLst>
            <pc:docMk/>
            <pc:sldMk cId="1331959788" sldId="279"/>
            <ac:spMk id="2" creationId="{A1651AEB-0A4A-EAC5-99A8-77A12159EF36}"/>
          </ac:spMkLst>
        </pc:spChg>
      </pc:sldChg>
      <pc:sldChg chg="addSp delSp modSp add mod ord">
        <pc:chgData name="CHIN DING RUI" userId="9612de2b-677b-4fea-893a-6150cd3f5e90" providerId="ADAL" clId="{43D6B852-4D18-40B0-BD8A-9891552A7A81}" dt="2026-01-07T01:08:04.497" v="15850" actId="207"/>
        <pc:sldMkLst>
          <pc:docMk/>
          <pc:sldMk cId="4055573987" sldId="280"/>
        </pc:sldMkLst>
        <pc:spChg chg="mod">
          <ac:chgData name="CHIN DING RUI" userId="9612de2b-677b-4fea-893a-6150cd3f5e90" providerId="ADAL" clId="{43D6B852-4D18-40B0-BD8A-9891552A7A81}" dt="2026-01-07T01:08:04.497" v="15850" actId="207"/>
          <ac:spMkLst>
            <pc:docMk/>
            <pc:sldMk cId="4055573987" sldId="280"/>
            <ac:spMk id="2" creationId="{D57BC8D1-85C3-9D3F-37B4-55759A1797CB}"/>
          </ac:spMkLst>
        </pc:spChg>
      </pc:sldChg>
      <pc:sldChg chg="addSp delSp modSp add mod">
        <pc:chgData name="CHIN DING RUI" userId="9612de2b-677b-4fea-893a-6150cd3f5e90" providerId="ADAL" clId="{43D6B852-4D18-40B0-BD8A-9891552A7A81}" dt="2026-01-07T01:08:28.785" v="15856" actId="207"/>
        <pc:sldMkLst>
          <pc:docMk/>
          <pc:sldMk cId="1533703679" sldId="283"/>
        </pc:sldMkLst>
        <pc:spChg chg="mod">
          <ac:chgData name="CHIN DING RUI" userId="9612de2b-677b-4fea-893a-6150cd3f5e90" providerId="ADAL" clId="{43D6B852-4D18-40B0-BD8A-9891552A7A81}" dt="2026-01-07T01:08:28.785" v="15856" actId="207"/>
          <ac:spMkLst>
            <pc:docMk/>
            <pc:sldMk cId="1533703679" sldId="283"/>
            <ac:spMk id="2" creationId="{2C20EBA1-D7C4-BFC7-CE6D-C6A9FD5B9163}"/>
          </ac:spMkLst>
        </pc:spChg>
      </pc:sldChg>
      <pc:sldChg chg="addSp delSp modSp add mod">
        <pc:chgData name="CHIN DING RUI" userId="9612de2b-677b-4fea-893a-6150cd3f5e90" providerId="ADAL" clId="{43D6B852-4D18-40B0-BD8A-9891552A7A81}" dt="2026-01-07T01:08:33.232" v="15857" actId="207"/>
        <pc:sldMkLst>
          <pc:docMk/>
          <pc:sldMk cId="3686774520" sldId="284"/>
        </pc:sldMkLst>
        <pc:spChg chg="mod">
          <ac:chgData name="CHIN DING RUI" userId="9612de2b-677b-4fea-893a-6150cd3f5e90" providerId="ADAL" clId="{43D6B852-4D18-40B0-BD8A-9891552A7A81}" dt="2026-01-07T01:08:33.232" v="15857" actId="207"/>
          <ac:spMkLst>
            <pc:docMk/>
            <pc:sldMk cId="3686774520" sldId="284"/>
            <ac:spMk id="2" creationId="{75A235AA-9802-FF44-63C7-C933559FC378}"/>
          </ac:spMkLst>
        </pc:spChg>
      </pc:sldChg>
      <pc:sldChg chg="addSp modSp add mod">
        <pc:chgData name="CHIN DING RUI" userId="9612de2b-677b-4fea-893a-6150cd3f5e90" providerId="ADAL" clId="{43D6B852-4D18-40B0-BD8A-9891552A7A81}" dt="2026-01-07T01:35:12.476" v="16052"/>
        <pc:sldMkLst>
          <pc:docMk/>
          <pc:sldMk cId="1813998117" sldId="285"/>
        </pc:sldMkLst>
        <pc:spChg chg="mod">
          <ac:chgData name="CHIN DING RUI" userId="9612de2b-677b-4fea-893a-6150cd3f5e90" providerId="ADAL" clId="{43D6B852-4D18-40B0-BD8A-9891552A7A81}" dt="2026-01-07T01:14:25.843" v="15866" actId="207"/>
          <ac:spMkLst>
            <pc:docMk/>
            <pc:sldMk cId="1813998117" sldId="285"/>
            <ac:spMk id="2" creationId="{E319567F-F20A-CF22-2FCA-A440EFA5E806}"/>
          </ac:spMkLst>
        </pc:spChg>
        <pc:graphicFrameChg chg="mod modGraphic">
          <ac:chgData name="CHIN DING RUI" userId="9612de2b-677b-4fea-893a-6150cd3f5e90" providerId="ADAL" clId="{43D6B852-4D18-40B0-BD8A-9891552A7A81}" dt="2026-01-07T01:35:12.476" v="16052"/>
          <ac:graphicFrameMkLst>
            <pc:docMk/>
            <pc:sldMk cId="1813998117" sldId="285"/>
            <ac:graphicFrameMk id="4" creationId="{6B5EB92B-3F98-7A17-CAB7-FB8892B8BD77}"/>
          </ac:graphicFrameMkLst>
        </pc:graphicFrameChg>
        <pc:picChg chg="add mod">
          <ac:chgData name="CHIN DING RUI" userId="9612de2b-677b-4fea-893a-6150cd3f5e90" providerId="ADAL" clId="{43D6B852-4D18-40B0-BD8A-9891552A7A81}" dt="2026-01-03T14:30:34.215" v="15376" actId="1076"/>
          <ac:picMkLst>
            <pc:docMk/>
            <pc:sldMk cId="1813998117" sldId="285"/>
            <ac:picMk id="5" creationId="{E8E3599A-2C95-C398-0C41-F05D1340AA7D}"/>
          </ac:picMkLst>
        </pc:picChg>
        <pc:picChg chg="add mod">
          <ac:chgData name="CHIN DING RUI" userId="9612de2b-677b-4fea-893a-6150cd3f5e90" providerId="ADAL" clId="{43D6B852-4D18-40B0-BD8A-9891552A7A81}" dt="2026-01-03T06:18:21.156" v="14425" actId="1076"/>
          <ac:picMkLst>
            <pc:docMk/>
            <pc:sldMk cId="1813998117" sldId="285"/>
            <ac:picMk id="7" creationId="{2974EC4C-A82C-E641-312E-8110C94B753F}"/>
          </ac:picMkLst>
        </pc:picChg>
        <pc:picChg chg="add mod">
          <ac:chgData name="CHIN DING RUI" userId="9612de2b-677b-4fea-893a-6150cd3f5e90" providerId="ADAL" clId="{43D6B852-4D18-40B0-BD8A-9891552A7A81}" dt="2026-01-03T14:31:00.680" v="15383" actId="1076"/>
          <ac:picMkLst>
            <pc:docMk/>
            <pc:sldMk cId="1813998117" sldId="285"/>
            <ac:picMk id="8" creationId="{47E6DE72-335D-3642-7232-63A7ADE6CF5A}"/>
          </ac:picMkLst>
        </pc:picChg>
        <pc:cxnChg chg="add mod">
          <ac:chgData name="CHIN DING RUI" userId="9612de2b-677b-4fea-893a-6150cd3f5e90" providerId="ADAL" clId="{43D6B852-4D18-40B0-BD8A-9891552A7A81}" dt="2026-01-03T05:40:45.883" v="14066" actId="1076"/>
          <ac:cxnSpMkLst>
            <pc:docMk/>
            <pc:sldMk cId="1813998117" sldId="285"/>
            <ac:cxnSpMk id="6" creationId="{DF857C7E-3CDC-DD83-6372-3FE627326982}"/>
          </ac:cxnSpMkLst>
        </pc:cxnChg>
      </pc:sldChg>
      <pc:sldChg chg="modSp add mod">
        <pc:chgData name="CHIN DING RUI" userId="9612de2b-677b-4fea-893a-6150cd3f5e90" providerId="ADAL" clId="{43D6B852-4D18-40B0-BD8A-9891552A7A81}" dt="2026-01-08T07:30:39.387" v="16329" actId="20577"/>
        <pc:sldMkLst>
          <pc:docMk/>
          <pc:sldMk cId="3065457237" sldId="286"/>
        </pc:sldMkLst>
        <pc:spChg chg="mod">
          <ac:chgData name="CHIN DING RUI" userId="9612de2b-677b-4fea-893a-6150cd3f5e90" providerId="ADAL" clId="{43D6B852-4D18-40B0-BD8A-9891552A7A81}" dt="2026-01-07T01:22:42.969" v="15898" actId="207"/>
          <ac:spMkLst>
            <pc:docMk/>
            <pc:sldMk cId="3065457237" sldId="286"/>
            <ac:spMk id="2" creationId="{508911A4-034B-AA6C-65F8-FCDE85BADAC8}"/>
          </ac:spMkLst>
        </pc:spChg>
        <pc:graphicFrameChg chg="mod modGraphic">
          <ac:chgData name="CHIN DING RUI" userId="9612de2b-677b-4fea-893a-6150cd3f5e90" providerId="ADAL" clId="{43D6B852-4D18-40B0-BD8A-9891552A7A81}" dt="2026-01-08T07:30:39.387" v="16329" actId="20577"/>
          <ac:graphicFrameMkLst>
            <pc:docMk/>
            <pc:sldMk cId="3065457237" sldId="286"/>
            <ac:graphicFrameMk id="4" creationId="{BB3F3FC6-5BE4-CE50-D929-A60CE64D51B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27C7D-60E6-4690-B9C0-0C8A230DEBDD}" type="datetimeFigureOut">
              <a:rPr lang="en-SG" smtClean="0"/>
              <a:t>2/2/2026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5A5A0-A7CA-4C1C-874E-8C9E6044416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574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5A5A0-A7CA-4C1C-874E-8C9E6044416D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296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928C-DBE3-817B-8C27-D04E9B85C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1FC97-CFF9-93EC-A507-908EFB28C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D000-788F-CF49-50D6-8D11C8D8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71E91-8DC5-8924-0974-59619F4B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4352A-EBEB-35F6-48C9-40C3ED60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2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9FFC-5DA1-9708-B6A1-60C024CE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0D828-1D63-10E3-13B1-796B2EC57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60532-33B3-6960-F264-F987939A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52A4C-D3D2-CAF3-1860-F45A2273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84856-EAC1-57BE-8D64-3824B8F2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2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DE58-E895-307F-8F8D-6942A71F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49C73-060D-F14E-A95B-8B601DBB1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8A1DB-88A5-6FDB-BD7A-8168A3FA9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EDB2B-4EBE-AE31-69BC-8A6C151B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F20CA-2B18-9CE3-E62F-77C72270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85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7DC2-3433-4A06-709D-249DA6D3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0A805-8B5B-BD01-2B87-7E74F29CD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8240E-1AC4-C42D-488B-12F2193DE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5C2F2-726B-2FFB-1A86-958C9052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1E6A6-0047-EE97-1BCD-69F00152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B4636-D704-087D-1ED0-09ED1E03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5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E2B0C-FB4F-6764-A0DA-A32E050F8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8FA75-2350-6E18-68BE-32FB76D4F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FFA50-D769-CF22-6873-18D99BDE4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D787A-46C4-F780-AF9B-3225E398F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F8FAE-1231-7E65-1813-91D204E45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DF95F-35C8-9523-A29A-9B28B119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6E8FF-161D-F812-9801-16FE0DCF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4D1CE-32F1-8922-C90C-11358722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81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4F95-8055-713F-6A17-149C0665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80213-EA00-2B23-A8EA-EDE78F67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D4A67-8EEA-72CD-FDA7-508CE719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1B9EF-3DF1-207A-33BE-EC175441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91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3CD12-0D84-EAFE-B230-8D8EEBB2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0059A-7957-28C4-6F05-2A62FEC8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685B6-C328-F2D6-F9EF-184972AD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4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7890-C285-1E24-B4C8-313137AA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10D1-860F-D60D-B6B8-2FDAFDA18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2A1A6-1970-12ED-C808-66D97EB3F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0B2DC-184C-A83F-A99F-67BB98E9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6F88A-F9D3-9D04-74DD-13784592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F823A-74DC-2222-5444-FACDC02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1278-AB94-905C-33F3-423F9B98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2BAB5-44DD-F3CD-74A1-FB0E6F6FC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EDB14-0352-F7C8-2DF3-8E1249E4B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DAC62-F3D5-E976-28D0-97F3701A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B4C43-7090-D85B-6303-CAB1DE7C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AC870-8892-7497-B10B-C4BE8B9F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2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E2DA-C9C0-7631-435D-39684E22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D93DE-2E88-36C7-7667-DE0A7654F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91DB7-4A43-55DB-5DF1-E5D0142F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057DD-B8D2-D281-1B34-42536A2B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7C327-D524-C875-422C-BAB3A362C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2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59356-B75B-32AD-8206-A0BE9E6C5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5EDD1-52C8-F942-648F-BB450EBAB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BDCC6-7EB9-0B74-64C0-B1E97384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DBDD-2EAB-7393-E9BF-6685D52B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DAB03-5CBB-AF58-B584-67B3A933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2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31C62-48B2-5F65-79C4-6DD8003FB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05D6E-4E0E-C8BB-45AD-17A39FAEB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5A306-9E51-B107-08C5-055AF8884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2DE4B-A9DD-47E0-98A2-6BACD1FE6EF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176E4-BA43-840F-8720-8592F13E0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DD40-4FB9-5568-51FB-F29375963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A8334-451B-41B6-B7A5-2AB5C0F40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1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8hiEpklI8wD8qWh8yz5dGs/C218-FA-HealthBro-23021395-Chin-Ding-Rui--Dylan-?node-id=7-2&amp;t=ijxQqUHnfgNJxCAM-1" TargetMode="External"/><Relationship Id="rId2" Type="http://schemas.openxmlformats.org/officeDocument/2006/relationships/hyperlink" Target="https://www.figma.com/design/8hiEpklI8wD8qWh8yz5dGs/C218-FA-HealthBro-23021395-Chin-Ding-Rui--Dylan-?node-id=7-3&amp;t=xYRTxpZOI5ZcxETc-1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D48E-0D13-EA98-722A-09DBA825F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804" y="450515"/>
            <a:ext cx="10012392" cy="1193800"/>
          </a:xfrm>
        </p:spPr>
        <p:txBody>
          <a:bodyPr anchor="ctr">
            <a:normAutofit/>
          </a:bodyPr>
          <a:lstStyle/>
          <a:p>
            <a:r>
              <a:rPr lang="en-US" sz="4500" b="1" dirty="0">
                <a:gradFill>
                  <a:gsLst>
                    <a:gs pos="0">
                      <a:srgbClr val="C7373C"/>
                    </a:gs>
                    <a:gs pos="100000">
                      <a:srgbClr val="5A4DDB"/>
                    </a:gs>
                  </a:gsLst>
                  <a:lin ang="810000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C218 (UI/UX Design for Apps)</a:t>
            </a:r>
            <a:br>
              <a:rPr lang="en-US" sz="4500" b="1" dirty="0">
                <a:gradFill>
                  <a:gsLst>
                    <a:gs pos="0">
                      <a:srgbClr val="C7373C"/>
                    </a:gs>
                    <a:gs pos="100000">
                      <a:srgbClr val="5A4DDB"/>
                    </a:gs>
                  </a:gsLst>
                  <a:lin ang="810000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500" b="1" dirty="0">
                <a:gradFill>
                  <a:gsLst>
                    <a:gs pos="0">
                      <a:srgbClr val="C7373C"/>
                    </a:gs>
                    <a:gs pos="100000">
                      <a:srgbClr val="5A4DDB"/>
                    </a:gs>
                  </a:gsLst>
                  <a:lin ang="810000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FA App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48A0D-28EE-AD10-0353-0CD302A49E72}"/>
              </a:ext>
            </a:extLst>
          </p:cNvPr>
          <p:cNvSpPr txBox="1"/>
          <p:nvPr/>
        </p:nvSpPr>
        <p:spPr>
          <a:xfrm>
            <a:off x="2163952" y="2565750"/>
            <a:ext cx="6924136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HealthBro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Health and Fitness App</a:t>
            </a:r>
          </a:p>
          <a:p>
            <a:endParaRPr lang="en-SG" dirty="0"/>
          </a:p>
        </p:txBody>
      </p:sp>
      <p:pic>
        <p:nvPicPr>
          <p:cNvPr id="7" name="Picture 6" descr="A purple and blue logo">
            <a:extLst>
              <a:ext uri="{FF2B5EF4-FFF2-40B4-BE49-F238E27FC236}">
                <a16:creationId xmlns:a16="http://schemas.microsoft.com/office/drawing/2014/main" id="{571A316A-0C99-3CA7-E24C-E02A184BD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946" y="1604209"/>
            <a:ext cx="4519104" cy="4519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D647A9-5278-CC2A-D206-65E90FC27698}"/>
              </a:ext>
            </a:extLst>
          </p:cNvPr>
          <p:cNvSpPr txBox="1"/>
          <p:nvPr/>
        </p:nvSpPr>
        <p:spPr>
          <a:xfrm>
            <a:off x="1393325" y="6083207"/>
            <a:ext cx="8971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by: Chin Ding Rui Dylan 23021395</a:t>
            </a:r>
            <a:endParaRPr lang="en-SG" dirty="0">
              <a:solidFill>
                <a:srgbClr val="5A4DD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71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9E3CC-2542-1F5A-AF22-502BFB2A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F1EDB-0A6E-0635-3CF0-FD565D8E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07" y="583269"/>
            <a:ext cx="11250283" cy="977661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Definition ( Problem Statement )</a:t>
            </a:r>
            <a:br>
              <a:rPr lang="en-US" sz="40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b="1" dirty="0">
              <a:solidFill>
                <a:srgbClr val="FF5A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2C2CB-7373-7387-5158-4B6BAC3F5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92" y="148056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people wish to maintain a healthy lifestyle but often struggle tracking daily activity, staying consistent and setting manageable goals. </a:t>
            </a:r>
          </a:p>
          <a:p>
            <a:pPr marL="0" indent="0">
              <a:buNone/>
            </a:pPr>
            <a:endParaRPr lang="en-US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fitness and health apps may not suit beginners and result in loss of motivation. Thus, beginners need a simple and mobile-friendly app that allows them to flexibly use the app with their own customisation, set reminders, track their activity and monitor progress.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242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5E99-7B18-45CE-0CF4-C2169FA5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4C4F-C809-5519-5575-9EAA65E4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Definition ( Product Goal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BD955-65BB-63BB-7943-62D594675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an intuitive and engaging interface with user-centric layout in hopes of high user retention rate.</a:t>
            </a:r>
          </a:p>
          <a:p>
            <a:pPr marL="0" indent="0">
              <a:buNone/>
            </a:pPr>
            <a:endParaRPr lang="en-US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simple and motivating mobile app that is unique and accessible to all age groups with fitness and health tools.</a:t>
            </a:r>
          </a:p>
          <a:p>
            <a:pPr marL="0" indent="0">
              <a:buNone/>
            </a:pPr>
            <a:endParaRPr lang="en-US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 should have features that promote consistent engagement in exercise and promote long-term healthy habits.</a:t>
            </a:r>
          </a:p>
        </p:txBody>
      </p:sp>
    </p:spTree>
    <p:extLst>
      <p:ext uri="{BB962C8B-B14F-4D97-AF65-F5344CB8AC3E}">
        <p14:creationId xmlns:p14="http://schemas.microsoft.com/office/powerpoint/2010/main" val="345131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BA068-3114-091A-2C82-74AFA49C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AC18-CBF7-B444-B325-E1D58892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847"/>
            <a:ext cx="10515600" cy="9203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 Research Objectives 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CF628-07C8-9E45-00C8-06C984833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438"/>
            <a:ext cx="10515600" cy="503252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out core user needs and motivations related to fitness and health.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Identify what are critical features users want, what are their pain points and barriers of using existing health and fitness apps.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Understand the effectiveness of reminders in supporting users to work towards their health and fitness goals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9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C819-3852-0DDC-F675-E25E20035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496D-E76B-E899-2355-E8AB5D805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847"/>
            <a:ext cx="10515600" cy="9203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 Research Questions 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126D-228C-A0BE-536E-F583AEFA5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160" y="1304818"/>
            <a:ext cx="10515600" cy="47128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Questions (Interviews):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are the challenges encountered when trying to stay fit 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are the reasons to stop using existing fitness apps?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is frustrating about current fitness apps?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makes fitness apps interface simple and intuitive?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76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0C7FF-DDB7-BCEF-1051-7115256A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95EB-1BD1-AB40-A3FB-3548BB6F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847"/>
            <a:ext cx="10515600" cy="9203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 Research Questions 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6196-3B10-6939-4EB4-55014425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463"/>
            <a:ext cx="10515600" cy="48105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Questions (Surveys):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features are most important in a mobile fitness and health app?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How often are users willing to interact with a fitness app in a day?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what extent does reminders benefit users?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type of workouts would users want?</a:t>
            </a:r>
          </a:p>
        </p:txBody>
      </p:sp>
    </p:spTree>
    <p:extLst>
      <p:ext uri="{BB962C8B-B14F-4D97-AF65-F5344CB8AC3E}">
        <p14:creationId xmlns:p14="http://schemas.microsoft.com/office/powerpoint/2010/main" val="29896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931B-50B2-958E-A8D3-9D2A77F7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C8D1-85C3-9D3F-37B4-55759A17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5996" cy="1325563"/>
          </a:xfrm>
        </p:spPr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 Research Data Analysis 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15949-CCC9-B1F9-ACB6-59AFAF25D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6578"/>
            <a:ext cx="11025995" cy="516726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Interview Analysis (Qualitative Findings):</a:t>
            </a:r>
          </a:p>
          <a:p>
            <a:pPr marL="0" indent="0">
              <a:buNone/>
            </a:pPr>
            <a:endParaRPr lang="en-US" b="1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5A4DDB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</a:t>
            </a:r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feel frustrated by the confusing layout and smaller font size.</a:t>
            </a: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</a:rPr>
              <a:t> Users wished to have more variation and be able to customise workout plans.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</a:rPr>
              <a:t> Beginners feel stressed due to inflexible workout options.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</a:rPr>
              <a:t> Users stop using existing fitness app because of negative user experience due to unnecessary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405557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DC688-7837-F0D7-9B7F-AEDAEE4C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5A77-88DC-F98B-FB70-A46E5F022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5996" cy="1325563"/>
          </a:xfrm>
        </p:spPr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 Research Data Analysis 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F7665-B3C9-DB6A-5858-1A3154CA7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075" y="1253706"/>
            <a:ext cx="11404121" cy="532537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Analysis (Quantitative Findings)</a:t>
            </a:r>
          </a:p>
          <a:p>
            <a:pPr marL="0" indent="0">
              <a:buNone/>
            </a:pPr>
            <a:endParaRPr lang="en-US" b="1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71% feel there is lack of versatile features in existing health and fitness apps.</a:t>
            </a: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67% prefer regular interaction with health and fitness apps.</a:t>
            </a: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 feel that specific reminders are necessary.</a:t>
            </a: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72% hope to have more flexible workout options.</a:t>
            </a: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92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222F5-3042-D995-1C51-E65F5E20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62FFA-7FB3-9F49-3248-9A0D4A996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915" y="283426"/>
            <a:ext cx="3439551" cy="1130615"/>
          </a:xfrm>
        </p:spPr>
        <p:txBody>
          <a:bodyPr>
            <a:normAutofit fontScale="90000"/>
          </a:bodyPr>
          <a:lstStyle/>
          <a:p>
            <a: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</a:t>
            </a:r>
            <a:b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User persona 1 )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D31B8-A6EF-9FDD-42E6-F31AAA309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906" y="99510"/>
            <a:ext cx="7123094" cy="66589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Stay active with short workouts to maintain balance.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Achieve a healthy balanced lifestyle despite academic workload.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Points</a:t>
            </a:r>
            <a:r>
              <a:rPr lang="en-US" sz="1800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Little time to exercise consistently.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Hard to discover short workouts in existing health and fitness apps.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Interests</a:t>
            </a: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Healthy lifestyle habits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Balanced exercises during break time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Build healthy habits to prevent potential health issues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Improve mental wellbeing 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Frustrations</a:t>
            </a:r>
            <a:r>
              <a:rPr lang="en-US" sz="18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Feel pressured by time making long workouts impractical.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Struggles finding a suitable short workout.</a:t>
            </a:r>
          </a:p>
          <a:p>
            <a:pPr marL="0" indent="0">
              <a:buNone/>
            </a:pPr>
            <a:r>
              <a:rPr lang="en-US" sz="18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</a:t>
            </a:r>
            <a:endParaRPr lang="en-US" sz="18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Quick and simple workouts that can be customised.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Helpful reminders to set aside time for mini workout.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72052D-E230-75A2-5671-54CA14AEC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634" y="492800"/>
            <a:ext cx="2741788" cy="2741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E99EB5-DDC1-84A0-583B-FB2B679D2A98}"/>
              </a:ext>
            </a:extLst>
          </p:cNvPr>
          <p:cNvSpPr txBox="1"/>
          <p:nvPr/>
        </p:nvSpPr>
        <p:spPr>
          <a:xfrm>
            <a:off x="297766" y="3981533"/>
            <a:ext cx="4323471" cy="3652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Name: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Dylan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Age: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20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Background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lang="en-US" sz="20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Dylan is a student with a packed schedule making it hard for him to balance academics and fitness. As a result, he rarely has time for longer workouts.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20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B96A0-77A0-A5DB-3CA9-743D336FECBB}"/>
              </a:ext>
            </a:extLst>
          </p:cNvPr>
          <p:cNvSpPr txBox="1"/>
          <p:nvPr/>
        </p:nvSpPr>
        <p:spPr>
          <a:xfrm>
            <a:off x="297765" y="3441743"/>
            <a:ext cx="39335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1 (Busy Student📚)</a:t>
            </a:r>
            <a:endParaRPr lang="en-US" sz="2000" b="1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4064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21153-6525-284B-07AA-6B328FBE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0EBA1-D7C4-BFC7-CE6D-C6A9FD5B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963" y="210941"/>
            <a:ext cx="3480620" cy="1351573"/>
          </a:xfrm>
        </p:spPr>
        <p:txBody>
          <a:bodyPr>
            <a:normAutofit fontScale="90000"/>
          </a:bodyPr>
          <a:lstStyle/>
          <a:p>
            <a: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</a:t>
            </a:r>
            <a:b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User persona 2 )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0FC87-A60E-AC99-88A0-366D7053314C}"/>
              </a:ext>
            </a:extLst>
          </p:cNvPr>
          <p:cNvSpPr txBox="1"/>
          <p:nvPr/>
        </p:nvSpPr>
        <p:spPr>
          <a:xfrm>
            <a:off x="5669664" y="44857"/>
            <a:ext cx="5331271" cy="7344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Goals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Build a fit lifestyle 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Achieve fitness milestones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Pain Points</a:t>
            </a:r>
            <a:endParaRPr kumimoji="0" lang="en-US" b="0" i="0" u="sng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Intimidated by complex app layouts 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Feel UI too cluttered at times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Interests</a:t>
            </a: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Strength training 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Bodybuilding Workouts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Improve strength and endurance 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Efficient workouts for consistent progress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Frustrations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Information loaded pages 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Too much notifications sent out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</a:t>
            </a: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Minimal navigation with simple layout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Favourites section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 start workouts fast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632B2D-CB71-A171-DB01-CED7C25DD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" y="558736"/>
            <a:ext cx="3022281" cy="2977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0787C9-CEBE-F346-D762-9EA74E763C21}"/>
              </a:ext>
            </a:extLst>
          </p:cNvPr>
          <p:cNvSpPr txBox="1"/>
          <p:nvPr/>
        </p:nvSpPr>
        <p:spPr>
          <a:xfrm>
            <a:off x="493158" y="4332698"/>
            <a:ext cx="48103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</a:t>
            </a:r>
            <a:r>
              <a:rPr lang="en-US" sz="20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Calden</a:t>
            </a:r>
          </a:p>
          <a:p>
            <a:r>
              <a:rPr lang="en-US" sz="20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Age:</a:t>
            </a:r>
            <a:r>
              <a:rPr lang="en-US" sz="20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27</a:t>
            </a:r>
          </a:p>
          <a:p>
            <a:r>
              <a:rPr lang="en-US" sz="20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Background:</a:t>
            </a:r>
          </a:p>
          <a:p>
            <a:r>
              <a:rPr lang="en-US" sz="20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Calden is passionate about fitness and loves working out regularly and finds existing health and fitness apps unnecessarily complicated to navigate.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155F3-1241-98DE-7DAF-FAF3586DF9F5}"/>
              </a:ext>
            </a:extLst>
          </p:cNvPr>
          <p:cNvSpPr txBox="1"/>
          <p:nvPr/>
        </p:nvSpPr>
        <p:spPr>
          <a:xfrm>
            <a:off x="493158" y="3801583"/>
            <a:ext cx="44695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2 (Fitness Enthusiast💪)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3703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582D6-F88F-2A6B-B3E9-94C3FB1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35AA-9802-FF44-63C7-C933559FC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405" y="173201"/>
            <a:ext cx="3762098" cy="1130615"/>
          </a:xfrm>
        </p:spPr>
        <p:txBody>
          <a:bodyPr>
            <a:normAutofit fontScale="90000"/>
          </a:bodyPr>
          <a:lstStyle/>
          <a:p>
            <a: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</a:t>
            </a:r>
            <a:b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3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User persona 3 )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4FCCD-8D8D-1452-250F-7282AA8CD87F}"/>
              </a:ext>
            </a:extLst>
          </p:cNvPr>
          <p:cNvSpPr txBox="1"/>
          <p:nvPr/>
        </p:nvSpPr>
        <p:spPr>
          <a:xfrm>
            <a:off x="5462494" y="0"/>
            <a:ext cx="7034666" cy="703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Reduce sedentary time throughout the day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Incorporate movement breaks into daily routine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Points</a:t>
            </a:r>
            <a:endParaRPr lang="en-US" u="sng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Sits for extended period of time 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Little activity movement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Tracking daily physical activity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Monitoring progress toward fitness goals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Prevent posture-related issues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Improve quality of life with physical movement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Frustrations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Forgets to move when busy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Reminders interrupt workflow as it sent at wrong timing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</a:t>
            </a: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Step tracking functionality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Customised reminders to move at right time</a:t>
            </a:r>
          </a:p>
          <a:p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D2F876-ACD3-44C3-81D6-CD8733101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388"/>
            <a:ext cx="2721442" cy="27965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A813AC-2B2B-72E9-1B31-DB0F510CBD32}"/>
              </a:ext>
            </a:extLst>
          </p:cNvPr>
          <p:cNvSpPr txBox="1"/>
          <p:nvPr/>
        </p:nvSpPr>
        <p:spPr>
          <a:xfrm>
            <a:off x="356851" y="3548606"/>
            <a:ext cx="38840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3 (Office worker💼)</a:t>
            </a:r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8C57B-BDEF-7D7D-E9B1-460C870432ED}"/>
              </a:ext>
            </a:extLst>
          </p:cNvPr>
          <p:cNvSpPr txBox="1"/>
          <p:nvPr/>
        </p:nvSpPr>
        <p:spPr>
          <a:xfrm>
            <a:off x="370617" y="4068772"/>
            <a:ext cx="4257654" cy="2287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</a:t>
            </a:r>
            <a:r>
              <a:rPr lang="en-US" sz="20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Warden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Age:</a:t>
            </a:r>
            <a:r>
              <a:rPr lang="en-US" sz="20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34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Background: </a:t>
            </a:r>
            <a:r>
              <a:rPr lang="en-US" sz="20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Warden works long hours at a desk and thus have limited movement. He needs reminders to have more daily movement.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86774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FEECD-B8B5-5523-2131-AE10C513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5722-28D5-C4F3-B3DC-C2B1B1F6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14" y="-96548"/>
            <a:ext cx="6899836" cy="64452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 Journey map 1 for Dylan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961E3-1D14-C693-32A8-6E4074422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CC78F4-8BE0-96EF-EE35-83EAD5A6F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549069"/>
              </p:ext>
            </p:extLst>
          </p:nvPr>
        </p:nvGraphicFramePr>
        <p:xfrm>
          <a:off x="-10633" y="394793"/>
          <a:ext cx="12202633" cy="65378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3303">
                  <a:extLst>
                    <a:ext uri="{9D8B030D-6E8A-4147-A177-3AD203B41FA5}">
                      <a16:colId xmlns:a16="http://schemas.microsoft.com/office/drawing/2014/main" val="1223975480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val="1192923961"/>
                    </a:ext>
                  </a:extLst>
                </a:gridCol>
                <a:gridCol w="2144598">
                  <a:extLst>
                    <a:ext uri="{9D8B030D-6E8A-4147-A177-3AD203B41FA5}">
                      <a16:colId xmlns:a16="http://schemas.microsoft.com/office/drawing/2014/main" val="42331583"/>
                    </a:ext>
                  </a:extLst>
                </a:gridCol>
                <a:gridCol w="1815113">
                  <a:extLst>
                    <a:ext uri="{9D8B030D-6E8A-4147-A177-3AD203B41FA5}">
                      <a16:colId xmlns:a16="http://schemas.microsoft.com/office/drawing/2014/main" val="1718851027"/>
                    </a:ext>
                  </a:extLst>
                </a:gridCol>
                <a:gridCol w="1815113">
                  <a:extLst>
                    <a:ext uri="{9D8B030D-6E8A-4147-A177-3AD203B41FA5}">
                      <a16:colId xmlns:a16="http://schemas.microsoft.com/office/drawing/2014/main" val="4270983342"/>
                    </a:ext>
                  </a:extLst>
                </a:gridCol>
                <a:gridCol w="2273820">
                  <a:extLst>
                    <a:ext uri="{9D8B030D-6E8A-4147-A177-3AD203B41FA5}">
                      <a16:colId xmlns:a16="http://schemas.microsoft.com/office/drawing/2014/main" val="177603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Discovery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Onboarding</a:t>
                      </a:r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       </a:t>
                      </a:r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Workout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After Workout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1746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solidFill>
                            <a:srgbClr val="5A4DD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for short workout apps and download app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Register account, navigate app interface quickly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and customise own short workouts and start it.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Tries to follow workout closely finishing with its time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Finishes workout,</a:t>
                      </a:r>
                    </a:p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 next workout with personalised reminder.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444594"/>
                  </a:ext>
                </a:extLst>
              </a:tr>
              <a:tr h="983740">
                <a:tc>
                  <a:txBody>
                    <a:bodyPr/>
                    <a:lstStyle/>
                    <a:p>
                      <a:endParaRPr lang="en-SG" b="1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Thoughts Emotions</a:t>
                      </a:r>
                    </a:p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Pain Points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Curiosity sparked and hopeful about the feature. Struggled finding short workouts in other apps.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feelings of anticipation but impatient if setup takes longer than expected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Delighted and excited to use a unique feature.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Worried about completing workout within time.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Relieved and sense of accomplishment.</a:t>
                      </a:r>
                    </a:p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Thankful that feature works successfully.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53374"/>
                  </a:ext>
                </a:extLst>
              </a:tr>
              <a:tr h="1234369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 curve</a:t>
                      </a:r>
                    </a:p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980450"/>
                  </a:ext>
                </a:extLst>
              </a:tr>
              <a:tr h="373757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Opportunities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vibrant colour and bold font to attract attention promoting create your own short workouts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onboarding screen more colourful and inviting with  minimal setup requirements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user-friendly navigation and app buttons are working as intended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Ensure workout program runs successfully with ability to quit anytime during emergency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Personalised reminders to enhance workout consistency. Motivation to use app increases.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22594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B73C29-7622-8BF4-F3EA-512836358BED}"/>
              </a:ext>
            </a:extLst>
          </p:cNvPr>
          <p:cNvCxnSpPr/>
          <p:nvPr/>
        </p:nvCxnSpPr>
        <p:spPr>
          <a:xfrm>
            <a:off x="3603878" y="625328"/>
            <a:ext cx="720000" cy="0"/>
          </a:xfrm>
          <a:prstGeom prst="straightConnector1">
            <a:avLst/>
          </a:prstGeom>
          <a:ln w="28575" cap="flat" cmpd="sng" algn="ctr">
            <a:solidFill>
              <a:srgbClr val="5A4D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7A1FB2-51A5-DBD9-51DE-C25FB36293C8}"/>
              </a:ext>
            </a:extLst>
          </p:cNvPr>
          <p:cNvCxnSpPr/>
          <p:nvPr/>
        </p:nvCxnSpPr>
        <p:spPr>
          <a:xfrm>
            <a:off x="5915079" y="622651"/>
            <a:ext cx="720000" cy="0"/>
          </a:xfrm>
          <a:prstGeom prst="straightConnector1">
            <a:avLst/>
          </a:prstGeom>
          <a:ln w="28575" cap="flat" cmpd="sng" algn="ctr">
            <a:solidFill>
              <a:srgbClr val="5A4D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69E758-3300-79FD-0849-EFB8585019AB}"/>
              </a:ext>
            </a:extLst>
          </p:cNvPr>
          <p:cNvCxnSpPr/>
          <p:nvPr/>
        </p:nvCxnSpPr>
        <p:spPr>
          <a:xfrm>
            <a:off x="7861007" y="602002"/>
            <a:ext cx="612000" cy="0"/>
          </a:xfrm>
          <a:prstGeom prst="straightConnector1">
            <a:avLst/>
          </a:prstGeom>
          <a:ln w="28575" cap="flat" cmpd="sng" algn="ctr">
            <a:solidFill>
              <a:srgbClr val="5A4D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C033C67-2D4B-93EF-9707-1F11840D2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092" y="464830"/>
            <a:ext cx="755970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01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85F36-5BFA-3B45-E305-F157D4C0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9567F-F20A-CF22-2FCA-A440EFA5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14" y="-96548"/>
            <a:ext cx="6899836" cy="64452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 Journey map 2 for Calden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C9124-1B65-0E2A-BBD3-E3BD6184A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5EB92B-3F98-7A17-CAB7-FB8892B8B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545218"/>
              </p:ext>
            </p:extLst>
          </p:nvPr>
        </p:nvGraphicFramePr>
        <p:xfrm>
          <a:off x="0" y="425669"/>
          <a:ext cx="12202633" cy="63741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3303">
                  <a:extLst>
                    <a:ext uri="{9D8B030D-6E8A-4147-A177-3AD203B41FA5}">
                      <a16:colId xmlns:a16="http://schemas.microsoft.com/office/drawing/2014/main" val="1223975480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val="1192923961"/>
                    </a:ext>
                  </a:extLst>
                </a:gridCol>
                <a:gridCol w="2144598">
                  <a:extLst>
                    <a:ext uri="{9D8B030D-6E8A-4147-A177-3AD203B41FA5}">
                      <a16:colId xmlns:a16="http://schemas.microsoft.com/office/drawing/2014/main" val="42331583"/>
                    </a:ext>
                  </a:extLst>
                </a:gridCol>
                <a:gridCol w="1815113">
                  <a:extLst>
                    <a:ext uri="{9D8B030D-6E8A-4147-A177-3AD203B41FA5}">
                      <a16:colId xmlns:a16="http://schemas.microsoft.com/office/drawing/2014/main" val="1718851027"/>
                    </a:ext>
                  </a:extLst>
                </a:gridCol>
                <a:gridCol w="1890199">
                  <a:extLst>
                    <a:ext uri="{9D8B030D-6E8A-4147-A177-3AD203B41FA5}">
                      <a16:colId xmlns:a16="http://schemas.microsoft.com/office/drawing/2014/main" val="4270983342"/>
                    </a:ext>
                  </a:extLst>
                </a:gridCol>
                <a:gridCol w="2198734">
                  <a:extLst>
                    <a:ext uri="{9D8B030D-6E8A-4147-A177-3AD203B41FA5}">
                      <a16:colId xmlns:a16="http://schemas.microsoft.com/office/drawing/2014/main" val="177603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Discovery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Onboarding</a:t>
                      </a:r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       </a:t>
                      </a:r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Selection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Workout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After Workout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1746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solidFill>
                            <a:srgbClr val="5A4DD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Look for strength workout apps with simple layout and downloads it.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Register account, navigate app interface quickly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Directed to workout page instantly and start workout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Follow workout smoothly without interruptions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Finishes workout,</a:t>
                      </a:r>
                    </a:p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it to favourites</a:t>
                      </a:r>
                    </a:p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Screen if he likes the workout.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444594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endParaRPr lang="en-SG" b="1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Thoughts Emotions</a:t>
                      </a:r>
                    </a:p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Pain Points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Curiosity sparked and motivated by the highlighted simple UI feature.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feelings of anticipation but impatient if setup takes longer than expected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Glad and delighted the process is smooth.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Focused on completing workout but apprehensive whether workout is effective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Feel impressed by features and</a:t>
                      </a:r>
                    </a:p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confident it works well for him.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53374"/>
                  </a:ext>
                </a:extLst>
              </a:tr>
              <a:tr h="1344997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 curve</a:t>
                      </a:r>
                    </a:p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980450"/>
                  </a:ext>
                </a:extLst>
              </a:tr>
              <a:tr h="373757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Opportunities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vibrant colour and screengrabs to attract attention promoting simple easy navigation and interface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onboarding screen more colourful and inviting with  minimal setup requirements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user-friendly navigation and app buttons are working as intended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Ensure workout program runs successfully with ability to quit anytime during emergency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Favourites on bottom screen navbar for fast access.  Accessibility on app works consistently.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225946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857C7E-3CDC-DD83-6372-3FE627326982}"/>
              </a:ext>
            </a:extLst>
          </p:cNvPr>
          <p:cNvCxnSpPr/>
          <p:nvPr/>
        </p:nvCxnSpPr>
        <p:spPr>
          <a:xfrm>
            <a:off x="3615526" y="648775"/>
            <a:ext cx="720000" cy="0"/>
          </a:xfrm>
          <a:prstGeom prst="straightConnector1">
            <a:avLst/>
          </a:prstGeom>
          <a:ln w="28575" cap="flat" cmpd="sng" algn="ctr">
            <a:solidFill>
              <a:srgbClr val="5A4D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974EC4C-A82C-E641-312E-8110C94B7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145" y="484643"/>
            <a:ext cx="859611" cy="274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E3599A-2C95-C398-0C41-F05D1340A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395" y="484643"/>
            <a:ext cx="776787" cy="274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E6DE72-335D-3642-7232-63A7ADE6C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051" y="484643"/>
            <a:ext cx="780356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98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A7FF-CDFA-CF0D-C7F4-45098DA4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11A4-034B-AA6C-65F8-FCDE85B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14" y="-96548"/>
            <a:ext cx="6899836" cy="64452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 Journey map 3 for Warden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D8EF1-C2AE-4548-C523-F4A93F491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3F3FC6-5BE4-CE50-D929-A60CE64D5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591747"/>
              </p:ext>
            </p:extLst>
          </p:nvPr>
        </p:nvGraphicFramePr>
        <p:xfrm>
          <a:off x="0" y="425669"/>
          <a:ext cx="12202633" cy="70865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33303">
                  <a:extLst>
                    <a:ext uri="{9D8B030D-6E8A-4147-A177-3AD203B41FA5}">
                      <a16:colId xmlns:a16="http://schemas.microsoft.com/office/drawing/2014/main" val="1223975480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val="1192923961"/>
                    </a:ext>
                  </a:extLst>
                </a:gridCol>
                <a:gridCol w="2144598">
                  <a:extLst>
                    <a:ext uri="{9D8B030D-6E8A-4147-A177-3AD203B41FA5}">
                      <a16:colId xmlns:a16="http://schemas.microsoft.com/office/drawing/2014/main" val="42331583"/>
                    </a:ext>
                  </a:extLst>
                </a:gridCol>
                <a:gridCol w="1815113">
                  <a:extLst>
                    <a:ext uri="{9D8B030D-6E8A-4147-A177-3AD203B41FA5}">
                      <a16:colId xmlns:a16="http://schemas.microsoft.com/office/drawing/2014/main" val="1718851027"/>
                    </a:ext>
                  </a:extLst>
                </a:gridCol>
                <a:gridCol w="1815113">
                  <a:extLst>
                    <a:ext uri="{9D8B030D-6E8A-4147-A177-3AD203B41FA5}">
                      <a16:colId xmlns:a16="http://schemas.microsoft.com/office/drawing/2014/main" val="4270983342"/>
                    </a:ext>
                  </a:extLst>
                </a:gridCol>
                <a:gridCol w="2273820">
                  <a:extLst>
                    <a:ext uri="{9D8B030D-6E8A-4147-A177-3AD203B41FA5}">
                      <a16:colId xmlns:a16="http://schemas.microsoft.com/office/drawing/2014/main" val="177603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Discovery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Onboarding</a:t>
                      </a:r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       </a:t>
                      </a:r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Setting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Movement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After Movement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1746"/>
                  </a:ext>
                </a:extLst>
              </a:tr>
              <a:tr h="364321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b="0" i="0" dirty="0">
                          <a:solidFill>
                            <a:srgbClr val="5A4DD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Finds an app that syncs with his step tracker to track movement and send reminders to move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Register account, navigate app interface quickly and connect his tracker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 a customised  reminder for movement break 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Ensure he c smoothly without interruptions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Finishes movement activity, sync his tracker to app and</a:t>
                      </a:r>
                    </a:p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SG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moothly </a:t>
                      </a:r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back to his office tasks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444594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endParaRPr lang="en-SG" b="1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Thoughts Emotions</a:t>
                      </a:r>
                    </a:p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Pain Points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Hope about the feature. 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feelings of anticipation but impatient if setup takes longer than expected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Thankful and delighted the process is smooth.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Relieved about completing workout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Feel impressed by features and</a:t>
                      </a:r>
                    </a:p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confident it works well for him.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53374"/>
                  </a:ext>
                </a:extLst>
              </a:tr>
              <a:tr h="1234369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 curve</a:t>
                      </a:r>
                    </a:p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rgbClr val="5A4DD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98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SG" b="1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Opportunities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vibrant colour and screengrabs to attract attention promoting simple easy navigation and interface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onboarding screen more colourful and inviting with  minimal setup requirements and ensure tracker is connected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user-friendly navigation and app buttons are working as intended and reminder does work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Ensure workout program runs successfully with ability to quit anytime during emergency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5A4DD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steps</a:t>
                      </a:r>
                    </a:p>
                  </a:txBody>
                  <a:tcPr>
                    <a:lnL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37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225946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CA741A-6461-66ED-2825-4DDCA4851D68}"/>
              </a:ext>
            </a:extLst>
          </p:cNvPr>
          <p:cNvCxnSpPr/>
          <p:nvPr/>
        </p:nvCxnSpPr>
        <p:spPr>
          <a:xfrm>
            <a:off x="3615526" y="648775"/>
            <a:ext cx="720000" cy="0"/>
          </a:xfrm>
          <a:prstGeom prst="straightConnector1">
            <a:avLst/>
          </a:prstGeom>
          <a:ln w="28575" cap="flat" cmpd="sng" algn="ctr">
            <a:solidFill>
              <a:srgbClr val="5A4DDB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086F55D-3BF7-EE63-EEF1-8A3584D4D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145" y="484643"/>
            <a:ext cx="859611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457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9566-8D2E-E529-79CB-08AA1DDAB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EF9D-DCE9-28F3-EEF8-764DF0AA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911" y="572148"/>
            <a:ext cx="10515600" cy="9428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Research (User stories)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87CF-C81E-A29F-5B6E-AB75E03B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918" y="1183969"/>
            <a:ext cx="12329458" cy="4971893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</a:rPr>
              <a:t> As a busy student, I want quick workouts so that I can exercise during short breaks.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</a:rPr>
              <a:t> As a office worker, I want movement reminders so that I don’t sit too long.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</a:rPr>
              <a:t> As a fitness enthusiast, I want simple layout so that I can start training without wasting time.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</a:rPr>
              <a:t> As a user, I want to track my progress so that I can see if I am achieving my target.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</a:rPr>
              <a:t> As a user, I want to set achievable goals so that I stay motivated.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6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a user, I want intuitive navigation so that I can use the app confidently.</a:t>
            </a:r>
            <a:endParaRPr lang="en-US" sz="2600" dirty="0">
              <a:solidFill>
                <a:srgbClr val="5A4DD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127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B83F-1926-22AC-1302-8908C3CD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F4CE-CCF3-378F-B622-EE3404E5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Ideation ( Ideas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4D18F-D7CE-6C94-6497-6314E7590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30" y="1871632"/>
            <a:ext cx="11290540" cy="435133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Allow customisable personalised reminders and customisable personalised workouts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n-US" altLang="en-US" sz="2400" dirty="0">
                <a:solidFill>
                  <a:srgbClr val="5A4DDB"/>
                </a:solidFill>
                <a:latin typeface="Arial" panose="020B0604020202020204" pitchFamily="34" charset="0"/>
              </a:rPr>
              <a:t>Larger font size 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buttons with minimal content on each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sz="24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2400" dirty="0">
                <a:solidFill>
                  <a:srgbClr val="5A4DDB"/>
                </a:solidFill>
                <a:latin typeface="Arial" panose="020B0604020202020204" pitchFamily="34" charset="0"/>
              </a:rPr>
              <a:t> Motivational quotes added creating emotional connection and boosts motivation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sz="24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2400" dirty="0">
                <a:solidFill>
                  <a:srgbClr val="5A4DDB"/>
                </a:solidFill>
                <a:latin typeface="Arial" panose="020B0604020202020204" pitchFamily="34" charset="0"/>
              </a:rPr>
              <a:t> Easy toggling between screens using a bottom navigation bar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sz="24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544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EA0D-D4F5-85E5-7AD1-610B5EAB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194C-4F08-4FA6-A7AB-96E70C51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Ideation ( Sketches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90948-AFF0-F61A-664A-D7EBAC157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4DD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insert image</a:t>
            </a:r>
            <a:endParaRPr lang="en-US" altLang="en-US" sz="24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sz="24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A4DD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sz="2400" dirty="0">
              <a:solidFill>
                <a:srgbClr val="5A4DD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89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5F2DB-1EBC-59A2-03CC-EA3B4F44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CEDA-7221-57DB-8268-3F6C39AA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229"/>
            <a:ext cx="10855220" cy="88000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Ideation ( User Flow 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2F97C-095D-5C93-390B-8E3BAF45D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207" y="1382803"/>
            <a:ext cx="11129514" cy="1429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 link: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https://www.figma.com/design/8hiEpklI8wD8qWh8yz5dGs/C218-FA-HealthBro-23021395-Chin-Ding-Rui--Dylan-?node-id=7-3&amp;t=xYRTxpZOI5ZcxETc-1</a:t>
            </a: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FF5A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FF5A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7373C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Ideation ( Sitemap 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97830-121C-1CCB-949C-5DCD2762FE5E}"/>
              </a:ext>
            </a:extLst>
          </p:cNvPr>
          <p:cNvSpPr txBox="1"/>
          <p:nvPr/>
        </p:nvSpPr>
        <p:spPr>
          <a:xfrm>
            <a:off x="884207" y="4386504"/>
            <a:ext cx="108552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 link: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https://www.figma.com/design/8hiEpklI8wD8qWh8yz5dGs/C218-FA-HealthBro-23021395-Chin-Ding-Rui--Dylan-?node-id=7-2&amp;t=ijxQqUHnfgNJxCAM-1</a:t>
            </a:r>
            <a:endParaRPr lang="en-US" sz="2400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491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527CC-EAA2-4896-B004-EBECC2CF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4531-EC1F-B368-E218-1705CD08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High-fi, low-fi and UI Kit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DE536-A43C-BE00-9145-290BB5285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Low-fidelity wireframe Link:</a:t>
            </a:r>
          </a:p>
          <a:p>
            <a:pPr marL="0" indent="0">
              <a:buNone/>
            </a:pPr>
            <a:r>
              <a:rPr lang="en-US" dirty="0">
                <a:solidFill>
                  <a:srgbClr val="5A4DDB"/>
                </a:solidFill>
              </a:rPr>
              <a:t>H</a:t>
            </a:r>
          </a:p>
          <a:p>
            <a:pPr marL="0" indent="0">
              <a:buNone/>
            </a:pPr>
            <a:endParaRPr lang="en-US" dirty="0">
              <a:solidFill>
                <a:srgbClr val="5A4DDB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High-fidelity wireframe Link:</a:t>
            </a:r>
          </a:p>
          <a:p>
            <a:pPr marL="0" indent="0">
              <a:buNone/>
            </a:pPr>
            <a:r>
              <a:rPr lang="en-US" dirty="0">
                <a:solidFill>
                  <a:srgbClr val="5A4DDB"/>
                </a:solidFill>
              </a:rPr>
              <a:t>H</a:t>
            </a:r>
          </a:p>
          <a:p>
            <a:pPr marL="0" indent="0">
              <a:buNone/>
            </a:pPr>
            <a:endParaRPr lang="en-US" dirty="0">
              <a:solidFill>
                <a:srgbClr val="5A4DDB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 kit Link:</a:t>
            </a:r>
          </a:p>
          <a:p>
            <a:pPr marL="0" indent="0">
              <a:buNone/>
            </a:pPr>
            <a:r>
              <a:rPr lang="en-US" dirty="0">
                <a:solidFill>
                  <a:srgbClr val="5A4DDB"/>
                </a:solidFill>
              </a:rPr>
              <a:t>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12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07C3-15D5-C0D7-A9D6-9115856B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9DCF-A688-3818-500C-112B3E0E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Usability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2315B-FA8E-760A-5087-F401BE932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objectives</a:t>
            </a:r>
          </a:p>
          <a:p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plan</a:t>
            </a:r>
          </a:p>
          <a:p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</a:p>
          <a:p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improvements</a:t>
            </a:r>
          </a:p>
        </p:txBody>
      </p:sp>
    </p:spTree>
    <p:extLst>
      <p:ext uri="{BB962C8B-B14F-4D97-AF65-F5344CB8AC3E}">
        <p14:creationId xmlns:p14="http://schemas.microsoft.com/office/powerpoint/2010/main" val="3693667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9D0C7-3299-A496-6C48-FB74386F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EFAF5-3232-9FDE-D5E8-57B74AF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660B3-EA00-A4B5-112F-3FADD24E1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 and what was learned</a:t>
            </a:r>
          </a:p>
          <a:p>
            <a:pPr marL="0" indent="0">
              <a:buNone/>
            </a:pPr>
            <a:endParaRPr lang="en-US" b="1" dirty="0">
              <a:solidFill>
                <a:srgbClr val="5A4D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5A4D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thoughts on how the app addresses the problem and benefits users</a:t>
            </a:r>
          </a:p>
        </p:txBody>
      </p:sp>
    </p:spTree>
    <p:extLst>
      <p:ext uri="{BB962C8B-B14F-4D97-AF65-F5344CB8AC3E}">
        <p14:creationId xmlns:p14="http://schemas.microsoft.com/office/powerpoint/2010/main" val="3989505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2BAD-DC29-A5FD-1EEE-880A3DEC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51AEB-0A4A-EAC5-99A8-77A12159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73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your kind attention!</a:t>
            </a:r>
          </a:p>
        </p:txBody>
      </p:sp>
    </p:spTree>
    <p:extLst>
      <p:ext uri="{BB962C8B-B14F-4D97-AF65-F5344CB8AC3E}">
        <p14:creationId xmlns:p14="http://schemas.microsoft.com/office/powerpoint/2010/main" val="133195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18af5f2-e883-41ca-b5bd-07bc22ff8b62}" enabled="1" method="Privileged" siteId="{f688b0d0-79f0-40a4-8644-35fcdee9d0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4644</TotalTime>
  <Words>1744</Words>
  <Application>Microsoft Office PowerPoint</Application>
  <PresentationFormat>Widescreen</PresentationFormat>
  <Paragraphs>292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C218 (UI/UX Design for Apps)  FA App Presentation</vt:lpstr>
      <vt:lpstr>Problem Definition ( Problem Statement ) </vt:lpstr>
      <vt:lpstr>Problem Definition ( Product Goal )</vt:lpstr>
      <vt:lpstr>UX Research ( Research Objectives ) </vt:lpstr>
      <vt:lpstr>UX Research ( Research Questions ) </vt:lpstr>
      <vt:lpstr>UX Research ( Research Questions ) </vt:lpstr>
      <vt:lpstr>UX Research ( Research Data Analysis ) </vt:lpstr>
      <vt:lpstr>UX Research ( Research Data Analysis ) </vt:lpstr>
      <vt:lpstr>UX Research  ( User persona 1 ) </vt:lpstr>
      <vt:lpstr>UX Research  ( User persona 2 ) </vt:lpstr>
      <vt:lpstr>UX Research  ( User persona 3 ) </vt:lpstr>
      <vt:lpstr>UX Research ( Journey map 1 for Dylan )</vt:lpstr>
      <vt:lpstr>UX Research ( Journey map 2 for Calden )</vt:lpstr>
      <vt:lpstr>UX Research ( Journey map 3 for Warden )</vt:lpstr>
      <vt:lpstr>UX Research (User stories) </vt:lpstr>
      <vt:lpstr>Ideation ( Ideas )</vt:lpstr>
      <vt:lpstr>Ideation ( Sketches )</vt:lpstr>
      <vt:lpstr>Ideation ( User Flow ) </vt:lpstr>
      <vt:lpstr>High-fi, low-fi and UI Kit Links</vt:lpstr>
      <vt:lpstr>Usability Testing</vt:lpstr>
      <vt:lpstr>Conclusion</vt:lpstr>
      <vt:lpstr>Thank You for your kind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Azhar Kamar (RP)</dc:creator>
  <cp:lastModifiedBy>CHIN DING RUI</cp:lastModifiedBy>
  <cp:revision>1</cp:revision>
  <dcterms:created xsi:type="dcterms:W3CDTF">2024-10-17T01:19:53Z</dcterms:created>
  <dcterms:modified xsi:type="dcterms:W3CDTF">2026-02-01T16:05:16Z</dcterms:modified>
</cp:coreProperties>
</file>